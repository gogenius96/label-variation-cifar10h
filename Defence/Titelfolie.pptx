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58"/>
  </p:normalViewPr>
  <p:slideViewPr>
    <p:cSldViewPr snapToGrid="0">
      <p:cViewPr varScale="1">
        <p:scale>
          <a:sx n="120" d="100"/>
          <a:sy n="120" d="100"/>
        </p:scale>
        <p:origin x="3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156B25-F410-1E47-BA9F-69505B5565F8}" type="datetimeFigureOut">
              <a:rPr lang="en-CH" smtClean="0"/>
              <a:t>08.08.2024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7F10EA-1FED-144D-AB55-6BF99521763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9235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391FD-1D8A-C015-3968-5DFC69FA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BF35F3-9FE1-CA6F-80B0-9E625C01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7DF9B-1620-A155-1BAC-8FBABD52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807CE-04B6-8D4F-9F6A-6199759EAD20}" type="datetimeFigureOut">
              <a:rPr lang="en-CH" smtClean="0"/>
              <a:t>08.08.2024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CB1B4-B4AF-4A68-4422-A8FCB0FDD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8F2A7-CBD4-E1F4-F270-383542080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43E2-8323-234A-8804-2554AF0520A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6470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5338F-F7CB-DDD4-FEB8-33411D2CE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C64F0-C5ED-A260-EA95-855F97308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D7DFE-2316-431C-4D6E-D52D4AD2E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807CE-04B6-8D4F-9F6A-6199759EAD20}" type="datetimeFigureOut">
              <a:rPr lang="en-CH" smtClean="0"/>
              <a:t>08.08.2024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102A4-5D61-9EC8-1508-7C4C0C495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B14E0-90E1-C998-A830-8274B7544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43E2-8323-234A-8804-2554AF0520A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45601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BE72-4DFA-0E43-E7F6-1E7E9FB44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6F407-7098-5D86-EFC0-7FE4707FC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B5176-590C-F6D6-7F18-793422EC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807CE-04B6-8D4F-9F6A-6199759EAD20}" type="datetimeFigureOut">
              <a:rPr lang="en-CH" smtClean="0"/>
              <a:t>08.08.2024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D160F-A29E-9096-B075-483FCAEB9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F1F75-477E-D96A-350C-D884BBA43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43E2-8323-234A-8804-2554AF0520A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0900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AF93B-CD01-CE2E-3D18-C8B073C9C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E3D4B-F879-314C-86EA-50102332D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A20E1-469E-B916-3A95-DBF18286C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FF4D2-C81B-FF64-D30F-7B00BD1C7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807CE-04B6-8D4F-9F6A-6199759EAD20}" type="datetimeFigureOut">
              <a:rPr lang="en-CH" smtClean="0"/>
              <a:t>08.08.2024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39F44-6158-75C7-747B-2EAB24205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A8618-03C6-AE89-DA2B-9C793EDE0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43E2-8323-234A-8804-2554AF0520A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52775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776F6-F5A4-7AC9-B770-C2BCC4F24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9CEE6-1DD2-8E69-1847-B078DF7DE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3652F-AC41-9E75-9550-40DB4D492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C5304-E837-136B-3140-88D56E246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0C1B04-0103-A51C-4F22-29B2EB1ECF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8A8C3C-FF81-F4CB-5DEF-3F581F317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807CE-04B6-8D4F-9F6A-6199759EAD20}" type="datetimeFigureOut">
              <a:rPr lang="en-CH" smtClean="0"/>
              <a:t>08.08.2024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7030BA-5AC0-A759-3987-8DCD3EA88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513471-80A1-5C52-D226-4E0A5644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43E2-8323-234A-8804-2554AF0520A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6170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3EF0-34CE-CFB5-4718-B021FB90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657D03-6636-D733-DD8B-C3C1C8DC1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807CE-04B6-8D4F-9F6A-6199759EAD20}" type="datetimeFigureOut">
              <a:rPr lang="en-CH" smtClean="0"/>
              <a:t>08.08.2024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A1893-8D2B-CB27-9BC4-EE5C29E9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4E4C0F-EB22-3909-B716-C628E3B09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43E2-8323-234A-8804-2554AF0520A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81611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9360B-A861-1EDF-F25F-4978F9D2C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807CE-04B6-8D4F-9F6A-6199759EAD20}" type="datetimeFigureOut">
              <a:rPr lang="en-CH" smtClean="0"/>
              <a:t>08.08.2024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7E3FCB-A0FF-B817-A634-DCE0AC2C1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71A04-F33F-8629-DF3A-F60F6B5F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43E2-8323-234A-8804-2554AF0520A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39083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13929-1972-C88C-8674-1E009734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67549-55A0-E8A9-3FCA-2F2D0AAFC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04177-3972-D920-766D-31BF74941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39F77-98CB-79F5-BE99-0002D563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807CE-04B6-8D4F-9F6A-6199759EAD20}" type="datetimeFigureOut">
              <a:rPr lang="en-CH" smtClean="0"/>
              <a:t>08.08.2024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891BA-BBA3-D249-85A3-24691E63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5E790-2C90-60EF-E9D0-0E5A35A67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43E2-8323-234A-8804-2554AF0520A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22072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CA987-0A5B-1DCD-CA0B-B2072E36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ACC806-EC52-67BA-DB6A-D3211EAD0D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C0339-2D25-3467-1F3D-8B3873F3F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FA68E-EC42-A531-E0FF-FC3B65D99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807CE-04B6-8D4F-9F6A-6199759EAD20}" type="datetimeFigureOut">
              <a:rPr lang="en-CH" smtClean="0"/>
              <a:t>08.08.2024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F9D3F-5D7A-A995-2C10-7B354B961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C7701-AE4A-99E6-8903-3CE019217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43E2-8323-234A-8804-2554AF0520A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7647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F44C2-103A-2AED-C8F1-7B483CEBC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3F6A01-98B1-B016-283B-E56EAABEF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E087D-CC80-FB7F-4374-DCED5A609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807CE-04B6-8D4F-9F6A-6199759EAD20}" type="datetimeFigureOut">
              <a:rPr lang="en-CH" smtClean="0"/>
              <a:t>08.08.2024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81A18-650D-B83A-806E-FD793F68A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5E4B8-1720-05E5-25C9-34C892F5B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43E2-8323-234A-8804-2554AF0520A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83258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ED65B6-608E-B7EE-36CE-2E99FF6BE1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3D9380-9752-3D9A-4AB3-B3A685968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1F01A-9576-03B8-1CF6-BA45A61B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807CE-04B6-8D4F-9F6A-6199759EAD20}" type="datetimeFigureOut">
              <a:rPr lang="en-CH" smtClean="0"/>
              <a:t>08.08.2024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18AC-E7F8-0C47-E23D-16EBD6BF0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F81A0-CCE0-2BB9-DC93-060388BF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43E2-8323-234A-8804-2554AF0520A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79715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2B7DF4-F566-89E1-8479-680DB4A65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F75E1-ADA8-C5C3-DB56-0991C91AD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D4C6E-0C31-7264-45A2-5FFE7C46A3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0807CE-04B6-8D4F-9F6A-6199759EAD20}" type="datetimeFigureOut">
              <a:rPr lang="en-CH" smtClean="0"/>
              <a:t>08.08.2024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D35C1-AFB9-0147-819B-47A507131F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B91BB-FE94-B215-6C30-7C0A4AF83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943E2-8323-234A-8804-2554AF0520A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7619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E2476-E334-3DCE-4D11-A19FB218B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480" y="724269"/>
            <a:ext cx="9144000" cy="2387600"/>
          </a:xfrm>
        </p:spPr>
        <p:txBody>
          <a:bodyPr>
            <a:normAutofit fontScale="90000"/>
          </a:bodyPr>
          <a:lstStyle/>
          <a:p>
            <a:pPr algn="r"/>
            <a:r>
              <a:rPr lang="en-GB" sz="5300" b="1" dirty="0">
                <a:latin typeface="Calibri" panose="020F0502020204030204" pitchFamily="34" charset="0"/>
                <a:cs typeface="Calibri" panose="020F0502020204030204" pitchFamily="34" charset="0"/>
              </a:rPr>
              <a:t>Quantifying Labelling Uncertainty in Image Data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CH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0AA4B-8A77-3536-B0A5-15F23C5D4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480" y="2575996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en-CH" sz="2800" b="1" dirty="0">
                <a:latin typeface="Calibri" panose="020F0502020204030204" pitchFamily="34" charset="0"/>
                <a:cs typeface="Calibri" panose="020F0502020204030204" pitchFamily="34" charset="0"/>
              </a:rPr>
              <a:t>Bachelor’s Thesis at the Department of Statistics LMU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8B5A9AB-0C29-7809-EB26-51DB0D8BA526}"/>
              </a:ext>
            </a:extLst>
          </p:cNvPr>
          <p:cNvCxnSpPr>
            <a:cxnSpLocks/>
          </p:cNvCxnSpPr>
          <p:nvPr/>
        </p:nvCxnSpPr>
        <p:spPr>
          <a:xfrm>
            <a:off x="9583480" y="926917"/>
            <a:ext cx="0" cy="5393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557CA55-16E2-FC62-8D98-07FB4282B448}"/>
              </a:ext>
            </a:extLst>
          </p:cNvPr>
          <p:cNvSpPr txBox="1"/>
          <p:nvPr/>
        </p:nvSpPr>
        <p:spPr>
          <a:xfrm>
            <a:off x="9583480" y="3746131"/>
            <a:ext cx="237879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b="1" dirty="0">
                <a:latin typeface="Calibri" panose="020F0502020204030204" pitchFamily="34" charset="0"/>
                <a:cs typeface="Calibri" panose="020F0502020204030204" pitchFamily="34" charset="0"/>
              </a:rPr>
              <a:t>Supervisor</a:t>
            </a:r>
          </a:p>
          <a:p>
            <a:r>
              <a:rPr lang="en-CH" dirty="0">
                <a:latin typeface="Calibri" panose="020F0502020204030204" pitchFamily="34" charset="0"/>
                <a:cs typeface="Calibri" panose="020F0502020204030204" pitchFamily="34" charset="0"/>
              </a:rPr>
              <a:t>Prof. Göran Kauermann</a:t>
            </a:r>
          </a:p>
          <a:p>
            <a:r>
              <a:rPr lang="en-GB" sz="1800" dirty="0">
                <a:effectLst/>
                <a:latin typeface="CMR12"/>
              </a:rPr>
              <a:t>Cornelia Gruber </a:t>
            </a:r>
            <a:endParaRPr lang="en-GB" dirty="0"/>
          </a:p>
          <a:p>
            <a:r>
              <a:rPr lang="en-GB" sz="1800" dirty="0">
                <a:effectLst/>
                <a:latin typeface="CMR12"/>
              </a:rPr>
              <a:t>Katharina Hechinger </a:t>
            </a:r>
            <a:endParaRPr lang="en-GB" dirty="0"/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CH" b="1" dirty="0">
                <a:latin typeface="Calibri" panose="020F0502020204030204" pitchFamily="34" charset="0"/>
                <a:cs typeface="Calibri" panose="020F0502020204030204" pitchFamily="34" charset="0"/>
              </a:rPr>
              <a:t>Submitted by</a:t>
            </a:r>
          </a:p>
          <a:p>
            <a:r>
              <a:rPr lang="en-CH" dirty="0">
                <a:latin typeface="Calibri" panose="020F0502020204030204" pitchFamily="34" charset="0"/>
                <a:cs typeface="Calibri" panose="020F0502020204030204" pitchFamily="34" charset="0"/>
              </a:rPr>
              <a:t>Eugen Gorich</a:t>
            </a: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 descr="A chart with numbers and percentages&#10;&#10;Description automatically generated">
            <a:extLst>
              <a:ext uri="{FF2B5EF4-FFF2-40B4-BE49-F238E27FC236}">
                <a16:creationId xmlns:a16="http://schemas.microsoft.com/office/drawing/2014/main" id="{0CB1BECA-79E4-BD4F-4C4A-7FFE0B88E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222" y="3446084"/>
            <a:ext cx="5513130" cy="308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802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E2476-E334-3DCE-4D11-A19FB218B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643" y="734903"/>
            <a:ext cx="9233144" cy="2387600"/>
          </a:xfrm>
        </p:spPr>
        <p:txBody>
          <a:bodyPr>
            <a:normAutofit fontScale="90000"/>
          </a:bodyPr>
          <a:lstStyle/>
          <a:p>
            <a:pPr algn="r"/>
            <a:r>
              <a:rPr lang="en-GB" sz="5300" b="1" dirty="0">
                <a:latin typeface="Calibri" panose="020F0502020204030204" pitchFamily="34" charset="0"/>
                <a:cs typeface="Calibri" panose="020F0502020204030204" pitchFamily="34" charset="0"/>
              </a:rPr>
              <a:t>Quantifying Labelling Uncertainty in Image Data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CH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0AA4B-8A77-3536-B0A5-15F23C5D4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787" y="2601119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en-CH" sz="2800" b="1" dirty="0">
                <a:latin typeface="Calibri" panose="020F0502020204030204" pitchFamily="34" charset="0"/>
                <a:cs typeface="Calibri" panose="020F0502020204030204" pitchFamily="34" charset="0"/>
              </a:rPr>
              <a:t>Bachelor’s Thesis at the Department of Statistics LMU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57CA55-16E2-FC62-8D98-07FB4282B448}"/>
              </a:ext>
            </a:extLst>
          </p:cNvPr>
          <p:cNvSpPr txBox="1"/>
          <p:nvPr/>
        </p:nvSpPr>
        <p:spPr>
          <a:xfrm>
            <a:off x="9487787" y="3735498"/>
            <a:ext cx="237879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b="1" dirty="0">
                <a:latin typeface="Calibri" panose="020F0502020204030204" pitchFamily="34" charset="0"/>
                <a:cs typeface="Calibri" panose="020F0502020204030204" pitchFamily="34" charset="0"/>
              </a:rPr>
              <a:t>Supervisor</a:t>
            </a:r>
          </a:p>
          <a:p>
            <a:r>
              <a:rPr lang="en-CH" dirty="0">
                <a:latin typeface="Calibri" panose="020F0502020204030204" pitchFamily="34" charset="0"/>
                <a:cs typeface="Calibri" panose="020F0502020204030204" pitchFamily="34" charset="0"/>
              </a:rPr>
              <a:t>Prof. Göran Kauermann</a:t>
            </a:r>
          </a:p>
          <a:p>
            <a:r>
              <a:rPr lang="en-GB" sz="1800" dirty="0">
                <a:effectLst/>
                <a:latin typeface="CMR12"/>
              </a:rPr>
              <a:t>Cornelia Gruber </a:t>
            </a:r>
            <a:endParaRPr lang="en-GB" dirty="0"/>
          </a:p>
          <a:p>
            <a:r>
              <a:rPr lang="en-GB" sz="1800" dirty="0">
                <a:effectLst/>
                <a:latin typeface="CMR12"/>
              </a:rPr>
              <a:t>Katharina Hechinger </a:t>
            </a:r>
            <a:endParaRPr lang="en-GB" dirty="0"/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CH" b="1" dirty="0">
                <a:latin typeface="Calibri" panose="020F0502020204030204" pitchFamily="34" charset="0"/>
                <a:cs typeface="Calibri" panose="020F0502020204030204" pitchFamily="34" charset="0"/>
              </a:rPr>
              <a:t>Submitted by</a:t>
            </a:r>
          </a:p>
          <a:p>
            <a:r>
              <a:rPr lang="en-CH" dirty="0">
                <a:latin typeface="Calibri" panose="020F0502020204030204" pitchFamily="34" charset="0"/>
                <a:cs typeface="Calibri" panose="020F0502020204030204" pitchFamily="34" charset="0"/>
              </a:rPr>
              <a:t>Eugen Gorich</a:t>
            </a: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E3B60E-EF52-C823-BCCC-426F1BC0A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793" y="3122503"/>
            <a:ext cx="4154843" cy="3421115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F18EB7F-1035-7188-C57E-8E8A4C16CF88}"/>
              </a:ext>
            </a:extLst>
          </p:cNvPr>
          <p:cNvCxnSpPr>
            <a:cxnSpLocks/>
          </p:cNvCxnSpPr>
          <p:nvPr/>
        </p:nvCxnSpPr>
        <p:spPr>
          <a:xfrm>
            <a:off x="9487787" y="937549"/>
            <a:ext cx="0" cy="5393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288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E2476-E334-3DCE-4D11-A19FB218B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5585" y="734903"/>
            <a:ext cx="8932201" cy="2387600"/>
          </a:xfrm>
        </p:spPr>
        <p:txBody>
          <a:bodyPr>
            <a:normAutofit fontScale="90000"/>
          </a:bodyPr>
          <a:lstStyle/>
          <a:p>
            <a:pPr algn="r"/>
            <a:r>
              <a:rPr lang="en-GB" sz="5300" b="1" dirty="0">
                <a:latin typeface="Calibri" panose="020F0502020204030204" pitchFamily="34" charset="0"/>
                <a:cs typeface="Calibri" panose="020F0502020204030204" pitchFamily="34" charset="0"/>
              </a:rPr>
              <a:t>Quantifying Labelling Uncertainty in Image Data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CH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0AA4B-8A77-3536-B0A5-15F23C5D4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787" y="2601119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en-CH" sz="2800" b="1" dirty="0">
                <a:latin typeface="Calibri" panose="020F0502020204030204" pitchFamily="34" charset="0"/>
                <a:cs typeface="Calibri" panose="020F0502020204030204" pitchFamily="34" charset="0"/>
              </a:rPr>
              <a:t>Bachelor’s Thesis at the Department of Statistics LMU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57CA55-16E2-FC62-8D98-07FB4282B448}"/>
              </a:ext>
            </a:extLst>
          </p:cNvPr>
          <p:cNvSpPr txBox="1"/>
          <p:nvPr/>
        </p:nvSpPr>
        <p:spPr>
          <a:xfrm>
            <a:off x="9487787" y="3735498"/>
            <a:ext cx="237879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b="1" dirty="0">
                <a:latin typeface="Calibri" panose="020F0502020204030204" pitchFamily="34" charset="0"/>
                <a:cs typeface="Calibri" panose="020F0502020204030204" pitchFamily="34" charset="0"/>
              </a:rPr>
              <a:t>Supervisor</a:t>
            </a:r>
          </a:p>
          <a:p>
            <a:r>
              <a:rPr lang="en-CH" dirty="0">
                <a:latin typeface="Calibri" panose="020F0502020204030204" pitchFamily="34" charset="0"/>
                <a:cs typeface="Calibri" panose="020F0502020204030204" pitchFamily="34" charset="0"/>
              </a:rPr>
              <a:t>Prof. Göran Kauermann</a:t>
            </a:r>
          </a:p>
          <a:p>
            <a:r>
              <a:rPr lang="en-GB" sz="1800" dirty="0">
                <a:effectLst/>
                <a:latin typeface="CMR12"/>
              </a:rPr>
              <a:t>Cornelia Gruber </a:t>
            </a:r>
            <a:endParaRPr lang="en-GB" dirty="0"/>
          </a:p>
          <a:p>
            <a:r>
              <a:rPr lang="en-GB" sz="1800" dirty="0">
                <a:effectLst/>
                <a:latin typeface="CMR12"/>
              </a:rPr>
              <a:t>Katharina Hechinger </a:t>
            </a:r>
            <a:endParaRPr lang="en-GB" dirty="0"/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CH" b="1" dirty="0">
                <a:latin typeface="Calibri" panose="020F0502020204030204" pitchFamily="34" charset="0"/>
                <a:cs typeface="Calibri" panose="020F0502020204030204" pitchFamily="34" charset="0"/>
              </a:rPr>
              <a:t>Submitted by</a:t>
            </a:r>
          </a:p>
          <a:p>
            <a:r>
              <a:rPr lang="en-CH" dirty="0">
                <a:latin typeface="Calibri" panose="020F0502020204030204" pitchFamily="34" charset="0"/>
                <a:cs typeface="Calibri" panose="020F0502020204030204" pitchFamily="34" charset="0"/>
              </a:rPr>
              <a:t>Eugen Gorich</a:t>
            </a: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E3B60E-EF52-C823-BCCC-426F1BC0A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332" y="3075515"/>
            <a:ext cx="4154843" cy="3421115"/>
          </a:xfrm>
          <a:prstGeom prst="rect">
            <a:avLst/>
          </a:prstGeom>
        </p:spPr>
      </p:pic>
      <p:pic>
        <p:nvPicPr>
          <p:cNvPr id="4" name="Picture 3" descr="A chart with numbers and percentages&#10;&#10;Description automatically generated">
            <a:extLst>
              <a:ext uri="{FF2B5EF4-FFF2-40B4-BE49-F238E27FC236}">
                <a16:creationId xmlns:a16="http://schemas.microsoft.com/office/drawing/2014/main" id="{8312633A-6BAD-DC5D-F8DF-F3AF529928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136"/>
          <a:stretch/>
        </p:blipFill>
        <p:spPr>
          <a:xfrm>
            <a:off x="1002696" y="3634450"/>
            <a:ext cx="4240635" cy="27639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C79061-2258-265A-DEBC-5DA87B8D18F8}"/>
              </a:ext>
            </a:extLst>
          </p:cNvPr>
          <p:cNvCxnSpPr>
            <a:cxnSpLocks/>
          </p:cNvCxnSpPr>
          <p:nvPr/>
        </p:nvCxnSpPr>
        <p:spPr>
          <a:xfrm>
            <a:off x="9487787" y="937549"/>
            <a:ext cx="0" cy="5393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378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E2476-E334-3DCE-4D11-A19FB218B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876" y="741487"/>
            <a:ext cx="8932201" cy="2387600"/>
          </a:xfrm>
        </p:spPr>
        <p:txBody>
          <a:bodyPr>
            <a:normAutofit fontScale="90000"/>
          </a:bodyPr>
          <a:lstStyle/>
          <a:p>
            <a:pPr algn="r"/>
            <a:r>
              <a:rPr lang="en-GB" sz="5300" b="1" dirty="0">
                <a:latin typeface="Calibri" panose="020F0502020204030204" pitchFamily="34" charset="0"/>
                <a:cs typeface="Calibri" panose="020F0502020204030204" pitchFamily="34" charset="0"/>
              </a:rPr>
              <a:t>Quantifying Labelling Uncertainty in Image Data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CH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0AA4B-8A77-3536-B0A5-15F23C5D4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078" y="2609827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en-CH" sz="2800" b="1" dirty="0">
                <a:latin typeface="Calibri" panose="020F0502020204030204" pitchFamily="34" charset="0"/>
                <a:cs typeface="Calibri" panose="020F0502020204030204" pitchFamily="34" charset="0"/>
              </a:rPr>
              <a:t>Bachelor’s Thesis at the Department of Statistics LMU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57CA55-16E2-FC62-8D98-07FB4282B448}"/>
              </a:ext>
            </a:extLst>
          </p:cNvPr>
          <p:cNvSpPr txBox="1"/>
          <p:nvPr/>
        </p:nvSpPr>
        <p:spPr>
          <a:xfrm>
            <a:off x="9324077" y="3655715"/>
            <a:ext cx="237879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b="1" dirty="0">
                <a:latin typeface="Calibri" panose="020F0502020204030204" pitchFamily="34" charset="0"/>
                <a:cs typeface="Calibri" panose="020F0502020204030204" pitchFamily="34" charset="0"/>
              </a:rPr>
              <a:t>Supervisor</a:t>
            </a:r>
          </a:p>
          <a:p>
            <a:r>
              <a:rPr lang="en-CH" dirty="0">
                <a:latin typeface="Calibri" panose="020F0502020204030204" pitchFamily="34" charset="0"/>
                <a:cs typeface="Calibri" panose="020F0502020204030204" pitchFamily="34" charset="0"/>
              </a:rPr>
              <a:t>Prof. Göran Kauermann</a:t>
            </a:r>
          </a:p>
          <a:p>
            <a:r>
              <a:rPr lang="en-GB" sz="1800" dirty="0">
                <a:effectLst/>
                <a:latin typeface="CMR12"/>
              </a:rPr>
              <a:t>Cornelia Gruber </a:t>
            </a:r>
            <a:endParaRPr lang="en-GB" dirty="0"/>
          </a:p>
          <a:p>
            <a:r>
              <a:rPr lang="en-GB" sz="1800" dirty="0">
                <a:effectLst/>
                <a:latin typeface="CMR12"/>
              </a:rPr>
              <a:t>Katharina Hechinger </a:t>
            </a:r>
            <a:endParaRPr lang="en-GB" dirty="0"/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CH" b="1" dirty="0">
                <a:latin typeface="Calibri" panose="020F0502020204030204" pitchFamily="34" charset="0"/>
                <a:cs typeface="Calibri" panose="020F0502020204030204" pitchFamily="34" charset="0"/>
              </a:rPr>
              <a:t>Submitted by</a:t>
            </a:r>
          </a:p>
          <a:p>
            <a:r>
              <a:rPr lang="en-CH" dirty="0">
                <a:latin typeface="Calibri" panose="020F0502020204030204" pitchFamily="34" charset="0"/>
                <a:cs typeface="Calibri" panose="020F0502020204030204" pitchFamily="34" charset="0"/>
              </a:rPr>
              <a:t>Eugen Gorich</a:t>
            </a: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CH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E3B60E-EF52-C823-BCCC-426F1BC0A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973" y="3429000"/>
            <a:ext cx="3349410" cy="275791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C79061-2258-265A-DEBC-5DA87B8D18F8}"/>
              </a:ext>
            </a:extLst>
          </p:cNvPr>
          <p:cNvCxnSpPr>
            <a:cxnSpLocks/>
          </p:cNvCxnSpPr>
          <p:nvPr/>
        </p:nvCxnSpPr>
        <p:spPr>
          <a:xfrm>
            <a:off x="9324077" y="958813"/>
            <a:ext cx="0" cy="5393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2F3658D-095B-E302-65A8-A31F20B52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956" y="3429000"/>
            <a:ext cx="2862169" cy="275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726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41E3B60E-EF52-C823-BCCC-426F1BC0A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758" y="351656"/>
            <a:ext cx="7474688" cy="615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346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112</Words>
  <Application>Microsoft Macintosh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CMR12</vt:lpstr>
      <vt:lpstr>Office Theme</vt:lpstr>
      <vt:lpstr>Quantifying Labelling Uncertainty in Image Data  </vt:lpstr>
      <vt:lpstr>Quantifying Labelling Uncertainty in Image Data  </vt:lpstr>
      <vt:lpstr>Quantifying Labelling Uncertainty in Image Data  </vt:lpstr>
      <vt:lpstr>Quantifying Labelling Uncertainty in Image Data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Gorich, Eugen</dc:creator>
  <cp:lastModifiedBy>Gorich, Eugen</cp:lastModifiedBy>
  <cp:revision>7</cp:revision>
  <cp:lastPrinted>2024-08-07T18:34:55Z</cp:lastPrinted>
  <dcterms:created xsi:type="dcterms:W3CDTF">2024-08-07T18:11:00Z</dcterms:created>
  <dcterms:modified xsi:type="dcterms:W3CDTF">2024-08-08T13:12:00Z</dcterms:modified>
</cp:coreProperties>
</file>